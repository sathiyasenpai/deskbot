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7315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0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4FF"/>
                </a:solidFill>
              </a:defRPr>
            </a:pPr>
            <a:r>
              <a:t>DeskBot AI Companion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</a:defRPr>
            </a:pPr>
            <a:r>
              <a:t>Your Intelligent Desktop Friend Powered by ESP32 &amp;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619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472B6"/>
                </a:solidFill>
              </a:defRPr>
            </a:pPr>
            <a:r>
              <a:t>🌐 International Innovation Showcase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389120"/>
            <a:ext cx="7619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Bridging Technology &amp; Human Connection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486400"/>
            <a:ext cx="2286000" cy="548640"/>
          </a:xfrm>
          <a:prstGeom prst="roundRect">
            <a:avLst/>
          </a:prstGeom>
          <a:solidFill>
            <a:srgbClr val="282846"/>
          </a:solidFill>
          <a:ln>
            <a:solidFill>
              <a:srgbClr val="50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🔌 ESP32 Hardware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5486400"/>
            <a:ext cx="2286000" cy="548640"/>
          </a:xfrm>
          <a:prstGeom prst="roundRect">
            <a:avLst/>
          </a:prstGeom>
          <a:solidFill>
            <a:srgbClr val="282846"/>
          </a:solidFill>
          <a:ln>
            <a:solidFill>
              <a:srgbClr val="50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🧠 Gemini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5486400"/>
            <a:ext cx="2286000" cy="548640"/>
          </a:xfrm>
          <a:prstGeom prst="roundRect">
            <a:avLst/>
          </a:prstGeom>
          <a:solidFill>
            <a:srgbClr val="282846"/>
          </a:solidFill>
          <a:ln>
            <a:solidFill>
              <a:srgbClr val="50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🗣️ Voice Interaction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5486400"/>
            <a:ext cx="2286000" cy="548640"/>
          </a:xfrm>
          <a:prstGeom prst="roundRect">
            <a:avLst/>
          </a:prstGeom>
          <a:solidFill>
            <a:srgbClr val="282846"/>
          </a:solidFill>
          <a:ln>
            <a:solidFill>
              <a:srgbClr val="50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📱 Mobile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🎯 The Challenge &amp; Our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3C1E1E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</a:defRPr>
            </a:pPr>
            <a:r>
              <a:t>❌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Increasing isolation in digital workspaces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Mental health challenges from remote work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Expensive AI companions ($500-$2000)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Complex setup requiring technical expertise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No affordable emotional support technology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Limited accessibility for developing regions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371600"/>
            <a:ext cx="5486400" cy="5029200"/>
          </a:xfrm>
          <a:prstGeom prst="roundRect">
            <a:avLst/>
          </a:prstGeom>
          <a:solidFill>
            <a:srgbClr val="14321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2415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</a:defRPr>
            </a:pPr>
            <a:r>
              <a:t>✅ DeskBot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2415" y="228600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Affordable companion under $30 total cost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Emotional expressions via OLED &amp; LED lights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Free AI powered by Google Gemini API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Plug-and-play with phone hotspot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Multilingual support (English + Tamil)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DIY-friendly cardboard/3D printed body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✨ Key Features &amp;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566160" cy="2468880"/>
          </a:xfrm>
          <a:prstGeom prst="roundRect">
            <a:avLst/>
          </a:prstGeom>
          <a:solidFill>
            <a:srgbClr val="232337"/>
          </a:solidFill>
          <a:ln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1463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</a:defRPr>
            </a:pPr>
            <a:r>
              <a:t>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Expressive OLED Eyes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Custom eye engine with 15+ emotional states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566160" cy="2468880"/>
          </a:xfrm>
          <a:prstGeom prst="roundRect">
            <a:avLst/>
          </a:prstGeom>
          <a:solidFill>
            <a:srgbClr val="232337"/>
          </a:solidFill>
          <a:ln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463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AI Conversation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Google Gemini 2.5 Flash for intelligent 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3566160" cy="2468880"/>
          </a:xfrm>
          <a:prstGeom prst="roundRect">
            <a:avLst/>
          </a:prstGeom>
          <a:solidFill>
            <a:srgbClr val="232337"/>
          </a:solidFill>
          <a:ln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1463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</a:defRPr>
            </a:pPr>
            <a:r>
              <a:t>🗣️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Voice Interaction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Edge TTS output + Web Speech input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23360"/>
            <a:ext cx="3566160" cy="2468880"/>
          </a:xfrm>
          <a:prstGeom prst="roundRect">
            <a:avLst/>
          </a:prstGeom>
          <a:solidFill>
            <a:srgbClr val="232337"/>
          </a:solidFill>
          <a:ln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42062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</a:defRPr>
            </a:pPr>
            <a:r>
              <a:t>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Mood LED 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77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16 WS2812 LEDs synced with emotions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023360"/>
            <a:ext cx="3566160" cy="2468880"/>
          </a:xfrm>
          <a:prstGeom prst="roundRect">
            <a:avLst/>
          </a:prstGeom>
          <a:solidFill>
            <a:srgbClr val="232337"/>
          </a:solidFill>
          <a:ln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42062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</a:defRPr>
            </a:pPr>
            <a:r>
              <a:t>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Mobile Web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577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Responsive dashboard from any browser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4023360"/>
            <a:ext cx="3566160" cy="2468880"/>
          </a:xfrm>
          <a:prstGeom prst="roundRect">
            <a:avLst/>
          </a:prstGeom>
          <a:solidFill>
            <a:srgbClr val="232337"/>
          </a:solidFill>
          <a:ln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42062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</a:defRPr>
            </a:pPr>
            <a:r>
              <a:t>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Multi-Sensor Aware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577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Touch, motion, distance, light sensors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🏗️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200400" cy="3657600"/>
          </a:xfrm>
          <a:prstGeom prst="roundRect">
            <a:avLst/>
          </a:prstGeom>
          <a:solidFill>
            <a:srgbClr val="7C3AE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🔌 ESP32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SH1106 OLED Display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SG90 Servo Motor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WS2812 LED 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Ultrasonic Sensor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PIR Motion Sensor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Touch Sensors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71600"/>
            <a:ext cx="3200400" cy="3657600"/>
          </a:xfrm>
          <a:prstGeom prst="roundRect">
            <a:avLst/>
          </a:prstGeom>
          <a:solidFill>
            <a:srgbClr val="0891B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5544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🖥️ Node.js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1945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WebSocket Bridge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Gemini AI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Edge TTS Engine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Audio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State Synchronization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19" y="1371600"/>
            <a:ext cx="3200400" cy="3657600"/>
          </a:xfrm>
          <a:prstGeom prst="roundRect">
            <a:avLst/>
          </a:prstGeom>
          <a:solidFill>
            <a:srgbClr val="0596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59" y="15544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🌐 Web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799" y="21945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Real-time Dashboard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Chat Interface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Behavior Controls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Sensor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Speech Recognition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26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D4FF"/>
                </a:solidFill>
              </a:defRPr>
            </a:pPr>
            <a:r>
              <a:t>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926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D4FF"/>
                </a:solidFill>
              </a:defRPr>
            </a:pPr>
            <a:r>
              <a:t>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669280"/>
            <a:ext cx="1828800" cy="457200"/>
          </a:xfrm>
          <a:prstGeom prst="roundRect">
            <a:avLst/>
          </a:prstGeom>
          <a:solidFill>
            <a:srgbClr val="28283C"/>
          </a:solidFill>
          <a:ln>
            <a:solidFill>
              <a:srgbClr val="50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⚡ C++ / Arduino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5669280"/>
            <a:ext cx="1828800" cy="457200"/>
          </a:xfrm>
          <a:prstGeom prst="roundRect">
            <a:avLst/>
          </a:prstGeom>
          <a:solidFill>
            <a:srgbClr val="28283C"/>
          </a:solidFill>
          <a:ln>
            <a:solidFill>
              <a:srgbClr val="50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🟢 Node.js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5669280"/>
            <a:ext cx="1828800" cy="457200"/>
          </a:xfrm>
          <a:prstGeom prst="roundRect">
            <a:avLst/>
          </a:prstGeom>
          <a:solidFill>
            <a:srgbClr val="28283C"/>
          </a:solidFill>
          <a:ln>
            <a:solidFill>
              <a:srgbClr val="50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🌐 WebSocket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5669280"/>
            <a:ext cx="1828800" cy="457200"/>
          </a:xfrm>
          <a:prstGeom prst="roundRect">
            <a:avLst/>
          </a:prstGeom>
          <a:solidFill>
            <a:srgbClr val="28283C"/>
          </a:solidFill>
          <a:ln>
            <a:solidFill>
              <a:srgbClr val="50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🤖 Gemini 2.5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5669280"/>
            <a:ext cx="1828800" cy="457200"/>
          </a:xfrm>
          <a:prstGeom prst="roundRect">
            <a:avLst/>
          </a:prstGeom>
          <a:solidFill>
            <a:srgbClr val="28283C"/>
          </a:solidFill>
          <a:ln>
            <a:solidFill>
              <a:srgbClr val="50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🔊 Edge TTS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5669280"/>
            <a:ext cx="1828800" cy="457200"/>
          </a:xfrm>
          <a:prstGeom prst="roundRect">
            <a:avLst/>
          </a:prstGeom>
          <a:solidFill>
            <a:srgbClr val="28283C"/>
          </a:solidFill>
          <a:ln>
            <a:solidFill>
              <a:srgbClr val="50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📱 PWA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🌍 Impact &amp; 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</a:defRPr>
            </a:pPr>
            <a:r>
              <a:t>🎯 Social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💰 Democratizes AI for all income levels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🧠 Mental wellness through friendly interaction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🎓 Educational tool for STEM &amp; robotics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👴 Elderly companionship &amp; assistance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🌐 Multilingual accessibility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095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472B6"/>
                </a:solidFill>
              </a:defRPr>
            </a:pPr>
            <a:r>
              <a:t>🚀 Future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1645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🏥 Healthcare integration for patients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📚 Educational AI tutor capabilities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🏠 Smart home IoT hub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🎮 Gamification for productivity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🤝 Open-source community expansion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389120"/>
            <a:ext cx="9448495" cy="2011680"/>
          </a:xfrm>
          <a:prstGeom prst="roundRect">
            <a:avLst/>
          </a:prstGeom>
          <a:solidFill>
            <a:srgbClr val="1E283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🤖 Meet DeskBot - Technology with Heart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120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Affordable • Open Source • Accessible • Human-Centered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7607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472B6"/>
                </a:solidFill>
              </a:defRPr>
            </a:pPr>
            <a:r>
              <a:t>✨ Thank you! Questions Welcome!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